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A fund statement shows positions after the 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Researchers still need a disciplined way to ask what may appear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Research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Initial audience: analysts and small teams studying Indian equity mutual-fund disclosures.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Compare dated holdings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A new position must be separated from an existing holding, a missing row, or a late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Disclosure ≠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A portfolio report cannot reveal the order, execution date, or manager intent.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60720"/>
            <a:ext cx="106984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Riskora is a research prototype; user need and willingness to pay are still hypotheses.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8134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ANSIL MUHAMMED N S  ·  MUHAMMED IHSAN K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A trustworthy ranking starts with what was knowable.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The key object is a comparable pair of published snapshots and a strict information cutoff.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78024"/>
            <a:ext cx="5230368" cy="3328416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06624"/>
            <a:ext cx="47914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54096"/>
            <a:ext cx="47914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Turn disclosures into testable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666744"/>
            <a:ext cx="4791456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Only complete, comparable statements can establish absence. Unknown cases stay unknown. Candidate signals must exist by the earlier publication cutoff.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8" y="2478024"/>
            <a:ext cx="5605272" cy="3328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2706624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WHY THIS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3054096"/>
            <a:ext cx="5166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Auditable over opaque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3666744"/>
            <a:ext cx="516636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The app links a ranked candidate to dated holdings and market inputs, then shows later-period evaluation against simpler baselines.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0">
                <a:solidFill>
                  <a:srgbClr val="565E5C"/>
                </a:solidFill>
                <a:latin typeface="Aptos"/>
              </a:defRPr>
            </a:pPr>
            <a:r>
              <a:t>Public disclosure routes exist; this prototype still requires user-normalized imports. No automatic historical feed is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SOLUTION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Four steps from statement to shortlist.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Show the actual application live. This slide is a flow schematic, not a product screenshot.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70632"/>
            <a:ext cx="2596896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594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2300" b="1">
                <a:solidFill>
                  <a:srgbClr val="215E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47872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181B1B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21762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300" b="0">
                <a:solidFill>
                  <a:srgbClr val="565E5C"/>
                </a:solidFill>
                <a:latin typeface="Aptos"/>
              </a:defRPr>
            </a:pPr>
            <a:r>
              <a:t>Labelled synthetic sample or attributed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94176"/>
            <a:ext cx="182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700" b="0">
                <a:solidFill>
                  <a:srgbClr val="215E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2770632"/>
            <a:ext cx="2596896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990088"/>
            <a:ext cx="594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2300" b="1">
                <a:solidFill>
                  <a:srgbClr val="215E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47872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181B1B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142232"/>
            <a:ext cx="21762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300" b="0">
                <a:solidFill>
                  <a:srgbClr val="565E5C"/>
                </a:solidFill>
                <a:latin typeface="Aptos"/>
              </a:defRPr>
            </a:pPr>
            <a:r>
              <a:t>Dated fund holdings and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3694176"/>
            <a:ext cx="182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700" b="0">
                <a:solidFill>
                  <a:srgbClr val="215E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770632"/>
            <a:ext cx="2596896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990088"/>
            <a:ext cx="594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2300" b="1">
                <a:solidFill>
                  <a:srgbClr val="215E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547872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181B1B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142232"/>
            <a:ext cx="21762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300" b="0">
                <a:solidFill>
                  <a:srgbClr val="565E5C"/>
                </a:solidFill>
                <a:latin typeface="Aptos"/>
              </a:defRPr>
            </a:pPr>
            <a:r>
              <a:t>Later-period holdout and baselines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694176"/>
            <a:ext cx="182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700" b="0">
                <a:solidFill>
                  <a:srgbClr val="215E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1" y="2770632"/>
            <a:ext cx="2596896" cy="2606040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3" y="2990088"/>
            <a:ext cx="594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2300" b="1">
                <a:solidFill>
                  <a:srgbClr val="215E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3547872"/>
            <a:ext cx="21762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181B1B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3" y="4142232"/>
            <a:ext cx="21762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300" b="0">
                <a:solidFill>
                  <a:srgbClr val="565E5C"/>
                </a:solidFill>
                <a:latin typeface="Aptos"/>
              </a:defRPr>
            </a:pPr>
            <a:r>
              <a:t>Candidate ranking and supporting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769864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Bundled sample = fictional funds and market observations. It checks the workflow, not Indian-market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Point-in-time data in; inspectable rankings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FastAPI + SQLite + React/Vite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59152"/>
            <a:ext cx="7360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68880"/>
            <a:ext cx="5120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215E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78024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1">
                <a:solidFill>
                  <a:srgbClr val="181B1B"/>
                </a:solidFill>
                <a:latin typeface="Aptos"/>
              </a:defRPr>
            </a:pPr>
            <a:r>
              <a:t>Validate &amp;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487168"/>
            <a:ext cx="4206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Source URL, dates, completeness, identifiers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2112"/>
            <a:ext cx="7360920" cy="658368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91840"/>
            <a:ext cx="5120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215E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00984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1">
                <a:solidFill>
                  <a:srgbClr val="181B1B"/>
                </a:solidFill>
                <a:latin typeface="Aptos"/>
              </a:defRPr>
            </a:pPr>
            <a:r>
              <a:t>Label &amp; featurize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310128"/>
            <a:ext cx="4206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Comparable statements and cutoff-dated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7360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14800"/>
            <a:ext cx="5120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215E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23944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1">
                <a:solidFill>
                  <a:srgbClr val="181B1B"/>
                </a:solidFill>
                <a:latin typeface="Aptos"/>
              </a:defRPr>
            </a:pPr>
            <a:r>
              <a:t>Train &amp;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133087"/>
            <a:ext cx="4206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Logistic model; frequency and sector baselines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28032"/>
            <a:ext cx="7360920" cy="658368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937760"/>
            <a:ext cx="5120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215E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46904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1">
                <a:solidFill>
                  <a:srgbClr val="181B1B"/>
                </a:solidFill>
                <a:latin typeface="Aptos"/>
              </a:defRPr>
            </a:pPr>
            <a:r>
              <a:t>Explain &amp;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4956048"/>
            <a:ext cx="42062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Ranked candidates, evidence, walk-forward and holdout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2359152"/>
            <a:ext cx="3447288" cy="3145536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26060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OPTIONAL AI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81528"/>
            <a:ext cx="29809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800" b="1">
                <a:solidFill>
                  <a:srgbClr val="181B1B"/>
                </a:solidFill>
                <a:latin typeface="Aptos"/>
              </a:defRPr>
            </a:pPr>
            <a:r>
              <a:t>User-supplied event excerpt → verbatim checked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416552"/>
            <a:ext cx="2907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300" b="0">
                <a:solidFill>
                  <a:srgbClr val="565E5C"/>
                </a:solidFill>
                <a:latin typeface="Aptos"/>
              </a:defRPr>
            </a:pPr>
            <a:r>
              <a:t>No hosted LLM is required or configured by default.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52160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Synthetic and imported data are kept in separate source classes. Ranking scores are uncalibrated.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VALUE &amp; GTM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A research workflow hypothesis to test with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Potential value: less manual sorting and a clearer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Research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Interview analysts and independent research desks that already compare disclosures.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BUYER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Team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Test whether teams would pay for source tracking, evaluation, and repeatable shortlists.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FIRST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Supervised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Observe the workflow with permissioned data before proposing price or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69864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No customer interviews, paying users, conversion rate, or market-size estimate are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RISKORA  /  AIBOOMI STARTUP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3832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65E5C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58952"/>
            <a:ext cx="11045952" cy="10972"/>
          </a:xfrm>
          <a:prstGeom prst="rect">
            <a:avLst/>
          </a:prstGeom>
          <a:solidFill>
            <a:srgbClr val="D8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972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3000" b="1">
                <a:solidFill>
                  <a:srgbClr val="181B1B"/>
                </a:solidFill>
                <a:latin typeface="Aptos Display"/>
              </a:defRPr>
            </a:pPr>
            <a:r>
              <a:t>Prove data quality and usefulness before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73936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500" b="0">
                <a:solidFill>
                  <a:srgbClr val="565E5C"/>
                </a:solidFill>
                <a:latin typeface="Aptos"/>
              </a:defRPr>
            </a:pPr>
            <a:r>
              <a:t>The working synthetic prototype is a starting point, not a validated market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648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65E5C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Permissioned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Validate source rights, publication dates, comparable statements, and corporate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Real holdouts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Test across funds and periods; audit missing data, survivorship, and calibration.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523744"/>
            <a:ext cx="3547872" cy="2944368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0160">
            <a:solidFill>
              <a:srgbClr val="D8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7523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15E4E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99815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900" b="1">
                <a:solidFill>
                  <a:srgbClr val="181B1B"/>
                </a:solidFill>
                <a:latin typeface="Aptos"/>
              </a:defRPr>
            </a:pPr>
            <a:r>
              <a:t>User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712463"/>
            <a:ext cx="3108960" cy="1581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0">
                <a:solidFill>
                  <a:srgbClr val="565E5C"/>
                </a:solidFill>
                <a:latin typeface="Aptos"/>
              </a:defRPr>
            </a:pPr>
            <a:r>
              <a:t>Test whether an auditable shortlist changes analyst decisions and saves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69864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200" b="0">
                <a:solidFill>
                  <a:srgbClr val="565E5C"/>
                </a:solidFill>
                <a:latin typeface="Aptos"/>
              </a:defRPr>
            </a:pPr>
            <a:r>
              <a:t>Risk boundary: a future disclosed position is not an observed trade; outputs are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